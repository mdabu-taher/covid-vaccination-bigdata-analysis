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Analysis of COVID-19 Vaccination Trends</a:t>
            </a:r>
          </a:p>
          <a:p>
            <a:r>
              <a:t>Using Big Data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Big Data</a:t>
            </a:r>
          </a:p>
          <a:p>
            <a:r>
              <a:t>University: Kristianstad University</a:t>
            </a:r>
          </a:p>
          <a:p>
            <a:r>
              <a:t>Dataset: COVID-19 Vaccination Data (California)</a:t>
            </a:r>
          </a:p>
          <a:p>
            <a:r>
              <a:t>Author: Md Abu Taher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Dataset?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public health dataset</a:t>
            </a:r>
          </a:p>
          <a:p>
            <a:r>
              <a:t>Large-scale data (54+ million records)</a:t>
            </a:r>
          </a:p>
          <a:p>
            <a:r>
              <a:t>County-level and time-series data</a:t>
            </a:r>
          </a:p>
          <a:p>
            <a:r>
              <a:t>Ideal for Big Data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Data.gov</a:t>
            </a:r>
          </a:p>
          <a:p>
            <a:r>
              <a:t>Published by US public health authorities</a:t>
            </a:r>
          </a:p>
          <a:p>
            <a:r>
              <a:t>COVID-19 vaccination data for California</a:t>
            </a:r>
          </a:p>
          <a:p>
            <a:r>
              <a:t>Covers 2020–2025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54,942,524</a:t>
            </a:r>
          </a:p>
          <a:p>
            <a:r>
              <a:t>Columns: 25</a:t>
            </a:r>
          </a:p>
          <a:p>
            <a:r>
              <a:t>Counties: 58</a:t>
            </a:r>
          </a:p>
          <a:p>
            <a:r>
              <a:t>Includes doses, boosters, population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Hadoop (HDFS)</a:t>
            </a:r>
          </a:p>
          <a:p>
            <a:r>
              <a:t>Apache Spark (PySpark)</a:t>
            </a:r>
          </a:p>
          <a:p>
            <a:r>
              <a:t>Python &amp; Jupyter Notebook</a:t>
            </a:r>
          </a:p>
          <a:p>
            <a:r>
              <a:t>Excel &amp;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Loaded data into Spark DataFrames</a:t>
            </a:r>
          </a:p>
          <a:p>
            <a:r>
              <a:t>Cleaned county names and dates</a:t>
            </a:r>
          </a:p>
          <a:p>
            <a:r>
              <a:t>Handled missing values</a:t>
            </a:r>
          </a:p>
          <a:p>
            <a:r>
              <a:t>Aggregated data by county and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analysis</a:t>
            </a:r>
          </a:p>
          <a:p>
            <a:r>
              <a:t>Trend analysis over time</a:t>
            </a:r>
          </a:p>
          <a:p>
            <a:r>
              <a:t>Correlation analysis</a:t>
            </a:r>
          </a:p>
          <a:p>
            <a:r>
              <a:t>Anomaly observation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Vaccination coverage varies by county</a:t>
            </a:r>
          </a:p>
          <a:p>
            <a:r>
              <a:t>Urban counties show higher coverage</a:t>
            </a:r>
          </a:p>
          <a:p>
            <a:r>
              <a:t>Some data anomalies detected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charts for trends</a:t>
            </a:r>
          </a:p>
          <a:p>
            <a:r>
              <a:t>Scatter plots for correlation</a:t>
            </a:r>
          </a:p>
          <a:p>
            <a:r>
              <a:t>Bar charts for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HDFS logging enabled</a:t>
            </a:r>
          </a:p>
          <a:p>
            <a:r>
              <a:t>Monitored read/write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very large dataset successfully</a:t>
            </a:r>
          </a:p>
          <a:p>
            <a:r>
              <a:t>Extracted insights using Spark</a:t>
            </a:r>
          </a:p>
          <a:p>
            <a:r>
              <a:t>Project meets Big Data requirements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machine learning techniques</a:t>
            </a:r>
          </a:p>
          <a:p>
            <a:r>
              <a:t>Add more demographic variables</a:t>
            </a:r>
          </a:p>
          <a:p>
            <a:r>
              <a:t>Interactive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